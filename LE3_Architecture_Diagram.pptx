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LE3 Growth Portfolio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student growth becomes a compelling, evidence-based narrative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04288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44568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84848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25128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192024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In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import or manual upload.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assignment is auto-tagged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1-3 durable skills by AI.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with less coverage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priority.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606040" y="1828800"/>
            <a:ext cx="192024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19202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269748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3774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9748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4320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excavation loop: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open reflections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tied to assignments)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846320" y="1828800"/>
            <a:ext cx="192024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937760" y="192024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2" name="Text 18"/>
          <p:cNvSpPr/>
          <p:nvPr/>
        </p:nvSpPr>
        <p:spPr>
          <a:xfrm>
            <a:off x="493776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37744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93776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98348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produces: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Synthesis (student-facing)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SDT level signals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Behavioral indicators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quotes &amp; moments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fingerprint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Growth trajectory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7086600" y="1828800"/>
            <a:ext cx="192024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78040" y="192024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3"/>
          <p:cNvSpPr/>
          <p:nvPr/>
        </p:nvSpPr>
        <p:spPr>
          <a:xfrm>
            <a:off x="717804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3774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1780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22376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per-student narratives.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conversations,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C2A analysis,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voice fingerprints.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sound like the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not about them.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9326880" y="1828800"/>
            <a:ext cx="192024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418320" y="19202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28"/>
          <p:cNvSpPr/>
          <p:nvPr/>
        </p:nvSpPr>
        <p:spPr>
          <a:xfrm>
            <a:off x="94183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237744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41832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46404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narratives synthesized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actionable language: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Professional summary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skill descriptions</a:t>
            </a:r>
            <a:endParaRPr lang="en-US" sz="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Interview talking points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320040" y="1005840"/>
            <a:ext cx="2011680" cy="548640"/>
          </a:xfrm>
          <a:prstGeom prst="rect">
            <a:avLst/>
          </a:prstGeom>
          <a:solidFill>
            <a:srgbClr val="172554"/>
          </a:solidFill>
          <a:ln w="12700">
            <a:solidFill>
              <a:srgbClr val="3B82F6"/>
            </a:solidFill>
            <a:prstDash val="dash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97280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77240" y="1051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D2L Brightspace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77240" y="1234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stub + CSV import</a:t>
            </a:r>
            <a:endParaRPr lang="en-US" sz="700" dirty="0"/>
          </a:p>
        </p:txBody>
      </p:sp>
      <p:sp>
        <p:nvSpPr>
          <p:cNvPr id="42" name="Text 34"/>
          <p:cNvSpPr/>
          <p:nvPr/>
        </p:nvSpPr>
        <p:spPr>
          <a:xfrm>
            <a:off x="118872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↓</a:t>
            </a:r>
            <a:endParaRPr lang="en-US" sz="1600" dirty="0"/>
          </a:p>
        </p:txBody>
      </p:sp>
      <p:sp>
        <p:nvSpPr>
          <p:cNvPr id="43" name="Shape 35"/>
          <p:cNvSpPr/>
          <p:nvPr/>
        </p:nvSpPr>
        <p:spPr>
          <a:xfrm>
            <a:off x="2560320" y="1005840"/>
            <a:ext cx="2011680" cy="548640"/>
          </a:xfrm>
          <a:prstGeom prst="rect">
            <a:avLst/>
          </a:prstGeom>
          <a:solidFill>
            <a:srgbClr val="172554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1097280"/>
            <a:ext cx="228600" cy="228600"/>
          </a:xfrm>
          <a:prstGeom prst="rect">
            <a:avLst/>
          </a:prstGeom>
        </p:spPr>
      </p:pic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800" y="1097280"/>
            <a:ext cx="228600" cy="22860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246120" y="1051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Coaches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3246120" y="1234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• Onboarding • Roles</a:t>
            </a:r>
            <a:endParaRPr lang="en-US" sz="700" dirty="0"/>
          </a:p>
        </p:txBody>
      </p:sp>
      <p:sp>
        <p:nvSpPr>
          <p:cNvPr id="48" name="Text 38"/>
          <p:cNvSpPr/>
          <p:nvPr/>
        </p:nvSpPr>
        <p:spPr>
          <a:xfrm>
            <a:off x="34290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</a:rPr>
              <a:t>↓</a:t>
            </a:r>
            <a:endParaRPr lang="en-US" sz="1600" dirty="0"/>
          </a:p>
        </p:txBody>
      </p:sp>
      <p:sp>
        <p:nvSpPr>
          <p:cNvPr id="49" name="Shape 39"/>
          <p:cNvSpPr/>
          <p:nvPr/>
        </p:nvSpPr>
        <p:spPr>
          <a:xfrm>
            <a:off x="5029200" y="4709160"/>
            <a:ext cx="3794760" cy="640080"/>
          </a:xfrm>
          <a:prstGeom prst="rect">
            <a:avLst/>
          </a:prstGeom>
          <a:solidFill>
            <a:srgbClr val="172554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4828032"/>
            <a:ext cx="274320" cy="27432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4864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C2A — Cognition to Action</a:t>
            </a:r>
            <a:endParaRPr lang="en-US" sz="1000" dirty="0"/>
          </a:p>
        </p:txBody>
      </p:sp>
      <p:sp>
        <p:nvSpPr>
          <p:cNvPr id="52" name="Text 41"/>
          <p:cNvSpPr/>
          <p:nvPr/>
        </p:nvSpPr>
        <p:spPr>
          <a:xfrm>
            <a:off x="548640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SDT analysis (external tool) — consumes structured output, feeds back into narratives</a:t>
            </a:r>
            <a:endParaRPr lang="en-US" sz="750" dirty="0"/>
          </a:p>
        </p:txBody>
      </p:sp>
      <p:sp>
        <p:nvSpPr>
          <p:cNvPr id="53" name="Text 42"/>
          <p:cNvSpPr/>
          <p:nvPr/>
        </p:nvSpPr>
        <p:spPr>
          <a:xfrm>
            <a:off x="56692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4899"/>
                </a:solidFill>
              </a:rPr>
              <a:t>↓</a:t>
            </a:r>
            <a:endParaRPr lang="en-US" sz="1400" dirty="0"/>
          </a:p>
        </p:txBody>
      </p:sp>
      <p:sp>
        <p:nvSpPr>
          <p:cNvPr id="54" name="Text 43"/>
          <p:cNvSpPr/>
          <p:nvPr/>
        </p:nvSpPr>
        <p:spPr>
          <a:xfrm>
            <a:off x="79095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</a:rPr>
              <a:t>↑</a:t>
            </a:r>
            <a:endParaRPr lang="en-US" sz="1400" dirty="0"/>
          </a:p>
        </p:txBody>
      </p:sp>
      <p:sp>
        <p:nvSpPr>
          <p:cNvPr id="55" name="Shape 44"/>
          <p:cNvSpPr/>
          <p:nvPr/>
        </p:nvSpPr>
        <p:spPr>
          <a:xfrm>
            <a:off x="548640" y="4709160"/>
            <a:ext cx="3794760" cy="640080"/>
          </a:xfrm>
          <a:prstGeom prst="rect">
            <a:avLst/>
          </a:prstGeom>
          <a:solidFill>
            <a:srgbClr val="17255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828032"/>
            <a:ext cx="274320" cy="27432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005840" y="4754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Garden</a:t>
            </a:r>
            <a:endParaRPr lang="en-US" sz="1000" dirty="0"/>
          </a:p>
        </p:txBody>
      </p:sp>
      <p:sp>
        <p:nvSpPr>
          <p:cNvPr id="58" name="Text 46"/>
          <p:cNvSpPr/>
          <p:nvPr/>
        </p:nvSpPr>
        <p:spPr>
          <a:xfrm>
            <a:off x="100584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portfolio — 4 pillars, 12 skills, 5-level SDT progression, definition journeys</a:t>
            </a:r>
            <a:endParaRPr lang="en-US" sz="750" dirty="0"/>
          </a:p>
        </p:txBody>
      </p:sp>
      <p:sp>
        <p:nvSpPr>
          <p:cNvPr id="59" name="Shape 47"/>
          <p:cNvSpPr/>
          <p:nvPr/>
        </p:nvSpPr>
        <p:spPr>
          <a:xfrm>
            <a:off x="7269480" y="1005840"/>
            <a:ext cx="3977640" cy="548640"/>
          </a:xfrm>
          <a:prstGeom prst="rect">
            <a:avLst/>
          </a:prstGeom>
          <a:solidFill>
            <a:srgbClr val="172554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6640" y="1097280"/>
            <a:ext cx="228600" cy="22860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680960" y="1051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SDT Framework</a:t>
            </a:r>
            <a:endParaRPr lang="en-US" sz="900" dirty="0"/>
          </a:p>
        </p:txBody>
      </p:sp>
      <p:sp>
        <p:nvSpPr>
          <p:cNvPr id="62" name="Text 49"/>
          <p:cNvSpPr/>
          <p:nvPr/>
        </p:nvSpPr>
        <p:spPr>
          <a:xfrm>
            <a:off x="7680960" y="1234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→ Introjected → Identified → Integrated → Intrinsic</a:t>
            </a:r>
            <a:endParaRPr lang="en-US" sz="700" dirty="0"/>
          </a:p>
        </p:txBody>
      </p:sp>
      <p:sp>
        <p:nvSpPr>
          <p:cNvPr id="63" name="Text 5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enriches the next. Conversations produce structured data. C2A quantifies it. Narratives humanize it. Career output operationalizes it.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LE3 Growth Portfolio — Platform Flow</dc:title>
  <dc:subject>PptxGenJS Presentation</dc:subject>
  <dc:creator>LE3 Growth Portfolio</dc:creator>
  <cp:lastModifiedBy>LE3 Growth Portfolio</cp:lastModifiedBy>
  <cp:revision>1</cp:revision>
  <dcterms:created xsi:type="dcterms:W3CDTF">2026-04-07T03:06:29Z</dcterms:created>
  <dcterms:modified xsi:type="dcterms:W3CDTF">2026-04-07T03:06:29Z</dcterms:modified>
</cp:coreProperties>
</file>