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tables across 5 domains • PostgreSQL + Supabase • Row Level Security on all tables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6576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914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Auth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234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auth_user_id, nlu_id, first_name, last_name, email, coach_id, cohort, status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1480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1480" y="1773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auth_user_id, name, email, status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11480" y="20025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coach_note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157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coach_id, student_id, note_text, bright_spot, next_step, session_date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206240" y="822960"/>
            <a:ext cx="36576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06240" y="822960"/>
            <a:ext cx="3657600" cy="3657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9601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0288" y="914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Framework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343400" y="1234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343400" y="1389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description, display_order • 4 pillars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343400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durable_skill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343400" y="1773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pillar_id, name, description, is_active • 12 skills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343400" y="20025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343400" y="2157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skill_id, version, external/introjected/identified/integrated/intrinsic descriptors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8138160" y="822960"/>
            <a:ext cx="36576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138160" y="822960"/>
            <a:ext cx="365760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96012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22208" y="9144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75320" y="1234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student_work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275320" y="1389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title, description, work_type, content, source, course, quarter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8275320" y="16184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work_skill_tag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275320" y="1773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work_id, skill_id, confidence, rationale, source (llm/manual)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8275320" y="20025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work_import_batch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275320" y="2157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source (csv/d2l), filename, total_items, status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274320" y="2880360"/>
            <a:ext cx="594360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4320" y="2880360"/>
            <a:ext cx="59436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17520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58368" y="297180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Conversations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11480" y="32918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growth_conversation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411480" y="344728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work_id, quarter, status, conversation_type (work/reflection)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411480" y="36758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phases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11480" y="383133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prompt_phase_1/2/3, response_phase_1/2/3, synthesis_text, suggested_insight</a:t>
            </a:r>
            <a:endParaRPr lang="en-US" sz="700" dirty="0"/>
          </a:p>
        </p:txBody>
      </p:sp>
      <p:sp>
        <p:nvSpPr>
          <p:cNvPr id="42" name="Text 36"/>
          <p:cNvSpPr/>
          <p:nvPr/>
        </p:nvSpPr>
        <p:spPr>
          <a:xfrm>
            <a:off x="411480" y="405993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reflection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411480" y="42153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reflection_description, student_tagged_skill_id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411480" y="44439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conversation_skill_tag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411480" y="459943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conversation_id, skill_id, confidence, student_confirmed, rationale</a:t>
            </a:r>
            <a:endParaRPr lang="en-US" sz="700" dirty="0"/>
          </a:p>
        </p:txBody>
      </p:sp>
      <p:sp>
        <p:nvSpPr>
          <p:cNvPr id="46" name="Shape 40"/>
          <p:cNvSpPr/>
          <p:nvPr/>
        </p:nvSpPr>
        <p:spPr>
          <a:xfrm>
            <a:off x="6492240" y="2880360"/>
            <a:ext cx="530352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6492240" y="2880360"/>
            <a:ext cx="5303520" cy="36576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017520"/>
            <a:ext cx="228600" cy="22860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876288" y="29718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&amp; Growth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6629400" y="32918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skill_assessment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6629400" y="34472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skill_id, assessor_type (self/coach), sdt_level, confidence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6629400" y="36758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student_skill_definition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6629400" y="3831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skill_id, definition_text, version, is_current, prompted_by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6629400" y="405993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student_goal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6629400" y="42153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goal_text, quarter, status, progress_notes</a:t>
            </a:r>
            <a:endParaRPr lang="en-US" sz="700" dirty="0"/>
          </a:p>
        </p:txBody>
      </p:sp>
      <p:sp>
        <p:nvSpPr>
          <p:cNvPr id="56" name="Shape 49"/>
          <p:cNvSpPr/>
          <p:nvPr/>
        </p:nvSpPr>
        <p:spPr>
          <a:xfrm>
            <a:off x="274320" y="5212080"/>
            <a:ext cx="38404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0"/>
          <p:cNvSpPr/>
          <p:nvPr/>
        </p:nvSpPr>
        <p:spPr>
          <a:xfrm>
            <a:off x="274320" y="5212080"/>
            <a:ext cx="3840480" cy="36576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5349240"/>
            <a:ext cx="228600" cy="22860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658368" y="53035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411480" y="56235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conversation_output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411480" y="5779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conversation_id, evidence_strength, behavioral_indicators, sdt_signals, key_moments, voice_markers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411480" y="60076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skill_narrative</a:t>
            </a:r>
            <a:endParaRPr lang="en-US" sz="850" dirty="0"/>
          </a:p>
        </p:txBody>
      </p:sp>
      <p:sp>
        <p:nvSpPr>
          <p:cNvPr id="63" name="Text 55"/>
          <p:cNvSpPr/>
          <p:nvPr/>
        </p:nvSpPr>
        <p:spPr>
          <a:xfrm>
            <a:off x="411480" y="6163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skill_id, version, narrative_text, richness (thin/developing/rich)</a:t>
            </a:r>
            <a:endParaRPr lang="en-US" sz="700" dirty="0"/>
          </a:p>
        </p:txBody>
      </p:sp>
      <p:sp>
        <p:nvSpPr>
          <p:cNvPr id="64" name="Shape 56"/>
          <p:cNvSpPr/>
          <p:nvPr/>
        </p:nvSpPr>
        <p:spPr>
          <a:xfrm>
            <a:off x="4389120" y="5212080"/>
            <a:ext cx="36576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65" name="Shape 57"/>
          <p:cNvSpPr/>
          <p:nvPr/>
        </p:nvSpPr>
        <p:spPr>
          <a:xfrm>
            <a:off x="4389120" y="521208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5349240"/>
            <a:ext cx="228600" cy="228600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4773168" y="5303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Output</a:t>
            </a:r>
            <a:endParaRPr lang="en-US" sz="1100" dirty="0"/>
          </a:p>
        </p:txBody>
      </p:sp>
      <p:sp>
        <p:nvSpPr>
          <p:cNvPr id="68" name="Text 59"/>
          <p:cNvSpPr/>
          <p:nvPr/>
        </p:nvSpPr>
        <p:spPr>
          <a:xfrm>
            <a:off x="4526280" y="56235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career_output</a:t>
            </a:r>
            <a:endParaRPr lang="en-US" sz="850" dirty="0"/>
          </a:p>
        </p:txBody>
      </p:sp>
      <p:sp>
        <p:nvSpPr>
          <p:cNvPr id="69" name="Text 60"/>
          <p:cNvSpPr/>
          <p:nvPr/>
        </p:nvSpPr>
        <p:spPr>
          <a:xfrm>
            <a:off x="4526280" y="5779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version, resume_summary, skill_descriptions (JSONB)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4526280" y="6007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per skill</a:t>
            </a:r>
            <a:endParaRPr lang="en-US" sz="850" dirty="0"/>
          </a:p>
        </p:txBody>
      </p:sp>
      <p:sp>
        <p:nvSpPr>
          <p:cNvPr id="71" name="Text 62"/>
          <p:cNvSpPr/>
          <p:nvPr/>
        </p:nvSpPr>
        <p:spPr>
          <a:xfrm>
            <a:off x="4526280" y="6163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skill_id, resume_language, talking_points[]</a:t>
            </a:r>
            <a:endParaRPr lang="en-US" sz="700" dirty="0"/>
          </a:p>
        </p:txBody>
      </p:sp>
      <p:sp>
        <p:nvSpPr>
          <p:cNvPr id="72" name="Shape 63"/>
          <p:cNvSpPr/>
          <p:nvPr/>
        </p:nvSpPr>
        <p:spPr>
          <a:xfrm>
            <a:off x="8321040" y="5212080"/>
            <a:ext cx="34747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8458200" y="5303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SDT Model</a:t>
            </a:r>
            <a:endParaRPr lang="en-US" sz="1000" dirty="0"/>
          </a:p>
        </p:txBody>
      </p:sp>
      <p:sp>
        <p:nvSpPr>
          <p:cNvPr id="74" name="Shape 65"/>
          <p:cNvSpPr/>
          <p:nvPr/>
        </p:nvSpPr>
        <p:spPr>
          <a:xfrm>
            <a:off x="8503920" y="558698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5" name="Text 66"/>
          <p:cNvSpPr/>
          <p:nvPr/>
        </p:nvSpPr>
        <p:spPr>
          <a:xfrm>
            <a:off x="8686800" y="55595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  <p:sp>
        <p:nvSpPr>
          <p:cNvPr id="76" name="Text 67"/>
          <p:cNvSpPr/>
          <p:nvPr/>
        </p:nvSpPr>
        <p:spPr>
          <a:xfrm>
            <a:off x="9784080" y="55595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Compliance-driven</a:t>
            </a:r>
            <a:endParaRPr lang="en-US" sz="700" dirty="0"/>
          </a:p>
        </p:txBody>
      </p:sp>
      <p:sp>
        <p:nvSpPr>
          <p:cNvPr id="77" name="Shape 68"/>
          <p:cNvSpPr/>
          <p:nvPr/>
        </p:nvSpPr>
        <p:spPr>
          <a:xfrm>
            <a:off x="8503920" y="5751576"/>
            <a:ext cx="109728" cy="109728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78" name="Text 69"/>
          <p:cNvSpPr/>
          <p:nvPr/>
        </p:nvSpPr>
        <p:spPr>
          <a:xfrm>
            <a:off x="8686800" y="57241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Introjected</a:t>
            </a:r>
            <a:endParaRPr lang="en-US" sz="750" dirty="0"/>
          </a:p>
        </p:txBody>
      </p:sp>
      <p:sp>
        <p:nvSpPr>
          <p:cNvPr id="79" name="Text 70"/>
          <p:cNvSpPr/>
          <p:nvPr/>
        </p:nvSpPr>
        <p:spPr>
          <a:xfrm>
            <a:off x="9784080" y="5724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Approval-seeking</a:t>
            </a:r>
            <a:endParaRPr lang="en-US" sz="700" dirty="0"/>
          </a:p>
        </p:txBody>
      </p:sp>
      <p:sp>
        <p:nvSpPr>
          <p:cNvPr id="80" name="Shape 71"/>
          <p:cNvSpPr/>
          <p:nvPr/>
        </p:nvSpPr>
        <p:spPr>
          <a:xfrm>
            <a:off x="8503920" y="5916168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1" name="Text 72"/>
          <p:cNvSpPr/>
          <p:nvPr/>
        </p:nvSpPr>
        <p:spPr>
          <a:xfrm>
            <a:off x="8686800" y="5888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750" dirty="0"/>
          </a:p>
        </p:txBody>
      </p:sp>
      <p:sp>
        <p:nvSpPr>
          <p:cNvPr id="82" name="Text 73"/>
          <p:cNvSpPr/>
          <p:nvPr/>
        </p:nvSpPr>
        <p:spPr>
          <a:xfrm>
            <a:off x="9784080" y="5888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Values-aligned</a:t>
            </a:r>
            <a:endParaRPr lang="en-US" sz="700" dirty="0"/>
          </a:p>
        </p:txBody>
      </p:sp>
      <p:sp>
        <p:nvSpPr>
          <p:cNvPr id="83" name="Shape 74"/>
          <p:cNvSpPr/>
          <p:nvPr/>
        </p:nvSpPr>
        <p:spPr>
          <a:xfrm>
            <a:off x="8503920" y="6080760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4" name="Text 75"/>
          <p:cNvSpPr/>
          <p:nvPr/>
        </p:nvSpPr>
        <p:spPr>
          <a:xfrm>
            <a:off x="8686800" y="6053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750" dirty="0"/>
          </a:p>
        </p:txBody>
      </p:sp>
      <p:sp>
        <p:nvSpPr>
          <p:cNvPr id="85" name="Text 76"/>
          <p:cNvSpPr/>
          <p:nvPr/>
        </p:nvSpPr>
        <p:spPr>
          <a:xfrm>
            <a:off x="9784080" y="60533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</a:t>
            </a:r>
            <a:endParaRPr lang="en-US" sz="700" dirty="0"/>
          </a:p>
        </p:txBody>
      </p:sp>
      <p:sp>
        <p:nvSpPr>
          <p:cNvPr id="86" name="Shape 77"/>
          <p:cNvSpPr/>
          <p:nvPr/>
        </p:nvSpPr>
        <p:spPr>
          <a:xfrm>
            <a:off x="8503920" y="624535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7" name="Text 78"/>
          <p:cNvSpPr/>
          <p:nvPr/>
        </p:nvSpPr>
        <p:spPr>
          <a:xfrm>
            <a:off x="8686800" y="6217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750" dirty="0"/>
          </a:p>
        </p:txBody>
      </p:sp>
      <p:sp>
        <p:nvSpPr>
          <p:cNvPr id="88" name="Text 79"/>
          <p:cNvSpPr/>
          <p:nvPr/>
        </p:nvSpPr>
        <p:spPr>
          <a:xfrm>
            <a:off x="9784080" y="6217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in process</a:t>
            </a:r>
            <a:endParaRPr lang="en-US" sz="700" dirty="0"/>
          </a:p>
        </p:txBody>
      </p:sp>
      <p:sp>
        <p:nvSpPr>
          <p:cNvPr id="89" name="Shape 80"/>
          <p:cNvSpPr/>
          <p:nvPr/>
        </p:nvSpPr>
        <p:spPr>
          <a:xfrm>
            <a:off x="2103120" y="265176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1"/>
          <p:cNvSpPr/>
          <p:nvPr/>
        </p:nvSpPr>
        <p:spPr>
          <a:xfrm>
            <a:off x="5029200" y="265176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2"/>
          <p:cNvSpPr/>
          <p:nvPr/>
        </p:nvSpPr>
        <p:spPr>
          <a:xfrm>
            <a:off x="8138160" y="2651760"/>
            <a:ext cx="0" cy="1371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92" name="Shape 83"/>
          <p:cNvSpPr/>
          <p:nvPr/>
        </p:nvSpPr>
        <p:spPr>
          <a:xfrm>
            <a:off x="3200400" y="498348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84"/>
          <p:cNvSpPr/>
          <p:nvPr/>
        </p:nvSpPr>
        <p:spPr>
          <a:xfrm>
            <a:off x="8138160" y="498348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LE3 Growth Portfolio — Data Model</dc:title>
  <dc:subject>PptxGenJS Presentation</dc:subject>
  <dc:creator>PptxGenJS</dc:creator>
  <cp:lastModifiedBy>PptxGenJS</cp:lastModifiedBy>
  <cp:revision>1</cp:revision>
  <dcterms:created xsi:type="dcterms:W3CDTF">2026-04-07T14:27:51Z</dcterms:created>
  <dcterms:modified xsi:type="dcterms:W3CDTF">2026-04-07T14:27:51Z</dcterms:modified>
</cp:coreProperties>
</file>