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LE3 Growth Portfolio Platform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14300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 for interactivity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auth guard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/garden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Garden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/conversation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1772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+ Flow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03504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/narrative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3504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Stories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45236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/career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5236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Output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86968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/coach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86968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0287000" y="123444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8700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287000" y="1508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Demo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74320" y="2514600"/>
            <a:ext cx="114300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2834640"/>
            <a:ext cx="182880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862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/api/conversation/*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86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resume,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next-phase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2468880" y="2834640"/>
            <a:ext cx="155448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14600" y="2862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/api/reflection/*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251460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start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4160520" y="2834640"/>
            <a:ext cx="155448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06240" y="2862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/api/work/*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20624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import,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852160" y="2834640"/>
            <a:ext cx="155448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97880" y="2862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/api/narrative/*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8978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list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narratives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543800" y="2834640"/>
            <a:ext cx="137160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0" y="2862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/api/career/*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58952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9052560" y="2834640"/>
            <a:ext cx="1188720" cy="68580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098280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/api/c2a/*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909828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02920" y="3657600"/>
            <a:ext cx="50292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76472"/>
            <a:ext cx="228600" cy="22860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91440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(llm-client.ts)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914400" y="39319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LLM functions • Provider-agnostic interface • Anthropic Claude | Google Gemini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5760720" y="3657600"/>
            <a:ext cx="283464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776472"/>
            <a:ext cx="201168" cy="20116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144768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Middleware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6144768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 • Role detection • RLS • Service-role admin</a:t>
            </a:r>
            <a:endParaRPr lang="en-US" sz="750" dirty="0"/>
          </a:p>
        </p:txBody>
      </p:sp>
      <p:sp>
        <p:nvSpPr>
          <p:cNvPr id="55" name="Shape 50"/>
          <p:cNvSpPr/>
          <p:nvPr/>
        </p:nvSpPr>
        <p:spPr>
          <a:xfrm>
            <a:off x="8823960" y="3657600"/>
            <a:ext cx="265176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3776472"/>
            <a:ext cx="201168" cy="20116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208008" y="3703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9208008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• DOCX • TXT • MD extraction (8KB max)</a:t>
            </a:r>
            <a:endParaRPr lang="en-US" sz="750" dirty="0"/>
          </a:p>
        </p:txBody>
      </p:sp>
      <p:sp>
        <p:nvSpPr>
          <p:cNvPr id="59" name="Shape 53"/>
          <p:cNvSpPr/>
          <p:nvPr/>
        </p:nvSpPr>
        <p:spPr>
          <a:xfrm>
            <a:off x="274320" y="4709160"/>
            <a:ext cx="1143000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365760" y="4754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SERVICES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502920" y="5029200"/>
            <a:ext cx="34747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66360"/>
            <a:ext cx="256032" cy="25603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60120" y="5120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960120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• 15+ tables • RLS policies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(magic link) • Storage (file uploads)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migrations • Service-role admin client</a:t>
            </a:r>
            <a:endParaRPr lang="en-US" sz="750" dirty="0"/>
          </a:p>
        </p:txBody>
      </p:sp>
      <p:sp>
        <p:nvSpPr>
          <p:cNvPr id="65" name="Shape 58"/>
          <p:cNvSpPr/>
          <p:nvPr/>
        </p:nvSpPr>
        <p:spPr>
          <a:xfrm>
            <a:off x="4206240" y="5029200"/>
            <a:ext cx="32004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4343400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100" dirty="0"/>
          </a:p>
        </p:txBody>
      </p:sp>
      <p:sp>
        <p:nvSpPr>
          <p:cNvPr id="67" name="Shape 60"/>
          <p:cNvSpPr/>
          <p:nvPr/>
        </p:nvSpPr>
        <p:spPr>
          <a:xfrm>
            <a:off x="4343400" y="5367528"/>
            <a:ext cx="13716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4389120" y="5394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4389120" y="55778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claude-sonnet-4-5-20250929</a:t>
            </a:r>
            <a:endParaRPr lang="en-US" sz="650" dirty="0"/>
          </a:p>
        </p:txBody>
      </p:sp>
      <p:sp>
        <p:nvSpPr>
          <p:cNvPr id="70" name="Shape 63"/>
          <p:cNvSpPr/>
          <p:nvPr/>
        </p:nvSpPr>
        <p:spPr>
          <a:xfrm>
            <a:off x="5897880" y="5367528"/>
            <a:ext cx="13716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5943600" y="5394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00" dirty="0"/>
          </a:p>
        </p:txBody>
      </p:sp>
      <p:sp>
        <p:nvSpPr>
          <p:cNvPr id="72" name="Text 65"/>
          <p:cNvSpPr/>
          <p:nvPr/>
        </p:nvSpPr>
        <p:spPr>
          <a:xfrm>
            <a:off x="5943600" y="55778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endParaRPr lang="en-US" sz="650" dirty="0"/>
          </a:p>
        </p:txBody>
      </p:sp>
      <p:sp>
        <p:nvSpPr>
          <p:cNvPr id="73" name="Shape 66"/>
          <p:cNvSpPr/>
          <p:nvPr/>
        </p:nvSpPr>
        <p:spPr>
          <a:xfrm>
            <a:off x="7635240" y="5029200"/>
            <a:ext cx="18288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EC4899"/>
            </a:solidFill>
            <a:prstDash val="dash"/>
          </a:ln>
        </p:spPr>
      </p:sp>
      <p:sp>
        <p:nvSpPr>
          <p:cNvPr id="74" name="Text 67"/>
          <p:cNvSpPr/>
          <p:nvPr/>
        </p:nvSpPr>
        <p:spPr>
          <a:xfrm>
            <a:off x="7772400" y="5120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75" name="Text 68"/>
          <p:cNvSpPr/>
          <p:nvPr/>
        </p:nvSpPr>
        <p:spPr>
          <a:xfrm>
            <a:off x="7772400" y="534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C2A Tool (quantitative SDT)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Brightspace (stubbed)</a:t>
            </a:r>
            <a:endParaRPr lang="en-US" sz="750" dirty="0"/>
          </a:p>
        </p:txBody>
      </p:sp>
      <p:sp>
        <p:nvSpPr>
          <p:cNvPr id="76" name="Shape 69"/>
          <p:cNvSpPr/>
          <p:nvPr/>
        </p:nvSpPr>
        <p:spPr>
          <a:xfrm>
            <a:off x="9692640" y="5029200"/>
            <a:ext cx="18288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5166360"/>
            <a:ext cx="201168" cy="201168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10076688" y="5120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79" name="Text 71"/>
          <p:cNvSpPr/>
          <p:nvPr/>
        </p:nvSpPr>
        <p:spPr>
          <a:xfrm>
            <a:off x="10076688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management</a:t>
            </a:r>
            <a:endParaRPr lang="en-US" sz="750" dirty="0"/>
          </a:p>
        </p:txBody>
      </p:sp>
      <p:sp>
        <p:nvSpPr>
          <p:cNvPr id="80" name="Shape 72"/>
          <p:cNvSpPr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172554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45720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82" name="Text 74"/>
          <p:cNvSpPr/>
          <p:nvPr/>
        </p:nvSpPr>
        <p:spPr>
          <a:xfrm>
            <a:off x="187452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83" name="Text 75"/>
          <p:cNvSpPr/>
          <p:nvPr/>
        </p:nvSpPr>
        <p:spPr>
          <a:xfrm>
            <a:off x="329184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750" dirty="0"/>
          </a:p>
        </p:txBody>
      </p:sp>
      <p:sp>
        <p:nvSpPr>
          <p:cNvPr id="84" name="Text 76"/>
          <p:cNvSpPr/>
          <p:nvPr/>
        </p:nvSpPr>
        <p:spPr>
          <a:xfrm>
            <a:off x="470916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750" dirty="0"/>
          </a:p>
        </p:txBody>
      </p:sp>
      <p:sp>
        <p:nvSpPr>
          <p:cNvPr id="85" name="Text 77"/>
          <p:cNvSpPr/>
          <p:nvPr/>
        </p:nvSpPr>
        <p:spPr>
          <a:xfrm>
            <a:off x="612648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</a:t>
            </a:r>
            <a:endParaRPr lang="en-US" sz="750" dirty="0"/>
          </a:p>
        </p:txBody>
      </p:sp>
      <p:sp>
        <p:nvSpPr>
          <p:cNvPr id="86" name="Text 78"/>
          <p:cNvSpPr/>
          <p:nvPr/>
        </p:nvSpPr>
        <p:spPr>
          <a:xfrm>
            <a:off x="754380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 Auth</a:t>
            </a:r>
            <a:endParaRPr lang="en-US" sz="750" dirty="0"/>
          </a:p>
        </p:txBody>
      </p:sp>
      <p:sp>
        <p:nvSpPr>
          <p:cNvPr id="87" name="Text 79"/>
          <p:cNvSpPr/>
          <p:nvPr/>
        </p:nvSpPr>
        <p:spPr>
          <a:xfrm>
            <a:off x="896112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</a:t>
            </a:r>
            <a:endParaRPr lang="en-US" sz="750" dirty="0"/>
          </a:p>
        </p:txBody>
      </p:sp>
      <p:sp>
        <p:nvSpPr>
          <p:cNvPr id="88" name="Text 80"/>
          <p:cNvSpPr/>
          <p:nvPr/>
        </p:nvSpPr>
        <p:spPr>
          <a:xfrm>
            <a:off x="10378440" y="6336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LE3 Growth Portfolio — Technical Architecture</dc:title>
  <dc:subject>PptxGenJS Presentation</dc:subject>
  <dc:creator>PptxGenJS</dc:creator>
  <cp:lastModifiedBy>PptxGenJS</cp:lastModifiedBy>
  <cp:revision>1</cp:revision>
  <dcterms:created xsi:type="dcterms:W3CDTF">2026-04-07T14:27:50Z</dcterms:created>
  <dcterms:modified xsi:type="dcterms:W3CDTF">2026-04-07T14:27:50Z</dcterms:modified>
</cp:coreProperties>
</file>